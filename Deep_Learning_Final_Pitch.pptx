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ta0SujMpPMnVlGsXe9ItUukTj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54b10cc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54b10cc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54b10ccf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decir que hicimos notebook y mencionar que otra cosa usamos para el sistema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54b10ccf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954b10ccf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igvP806798U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://drive.google.com/file/d/18myUIGdoIr_xfKIpG88cvIIykojYcF6N/view" TargetMode="External"/><Relationship Id="rId6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2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00000"/>
            <a:ext cx="82296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para búsqueda de vehículos usados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00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Usando </a:t>
            </a:r>
            <a:r>
              <a:rPr lang="en-US" sz="2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Retrieval Augmented Generation</a:t>
            </a:r>
            <a:r>
              <a:rPr b="0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 (RAG)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Proyecto Final Deep Learning  •  Febrero 2026</a:t>
            </a:r>
            <a:endParaRPr b="0" i="0" sz="16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Nicolas Fripp - Diego Aguiar - Bruno Moraes</a:t>
            </a:r>
            <a:endParaRPr sz="1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Problema: Limitaciones de la Búsqueda Tradicional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280145"/>
            <a:ext cx="3931800" cy="1641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94360" y="146304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9436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80160" y="146304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Brecha Semántica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80150" y="1755321"/>
            <a:ext cx="2971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La búsqueda por palabras clave no entiende la intención del usuario. Ejemp</a:t>
            </a: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lo: "auto para familia grande", quizás no te muestra camionetas porque no escribiste la palabra exacta "camioneta"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846325" y="1280145"/>
            <a:ext cx="3931800" cy="1641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98348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669280" y="146304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Consultas Complejas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669280" y="191043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Necesidades multi-atributo difíciles de expresar con filtros. Es un lío marcar 20 casillas</a:t>
            </a: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como en algunos lugares de autos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360427"/>
            <a:ext cx="3931800" cy="14451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4360" y="3543300"/>
            <a:ext cx="548700" cy="548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94360" y="35433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80160" y="3543300"/>
            <a:ext cx="297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Sin Contexto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80160" y="39090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Cada búsqueda es independiente - sin memoria conversacional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46325" y="3360426"/>
            <a:ext cx="3931800" cy="14451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983480" y="3543300"/>
            <a:ext cx="548700" cy="548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83480" y="35433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669280" y="3543300"/>
            <a:ext cx="297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Descubrimiento Limitado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669280" y="39090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 pierden vehículos relevantes sin palabras exactas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50977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Nuestra Solución: Arquitectura RAG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Combina búsqueda semántica con IA conversacional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2011674"/>
            <a:ext cx="2743200" cy="235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508760" y="21945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50876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9436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94360" y="3291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Transforma texto en vectores que capturan significado semántico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94360" y="3886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text-embedding-3-small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337550" y="2011674"/>
            <a:ext cx="2743200" cy="235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389120" y="21945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8912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7472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Búsqueda Vectorial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74720" y="3291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Encuentra vehículos similares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muy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rápido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usando FAISS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474720" y="3886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17925" y="2011675"/>
            <a:ext cx="2743200" cy="235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269480" y="219456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26948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55080" y="2926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355080" y="32918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respuestas en lenguaje natural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355080" y="38862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 Dataset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38,531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Publicaciones de Vehículos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Algunas</a:t>
            </a:r>
            <a:r>
              <a:rPr b="1" i="0" lang="en-US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Características por Vehículo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16002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fabricante, modelo, año, precio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663440" y="185623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motor (combustible, cilindrada, tipo), transmisión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663440" y="211226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tipo de carrocería, color, tracción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63440" y="23682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kilometraje, garantía, estado, 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etc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Ejemplo de Conversión a Texto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"Subaru Outback del año 2010. Precio: $9,200 USD. Motor: gasoline de 2.5 litros. Transmisión: automatic. Kilometraje: 190,000 km. Tipo de carrocería: universal. Color: silver. Tracción: all. Estado: owned."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Cómo Funciona: El Pipeline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371600" y="1188720"/>
            <a:ext cx="6400800" cy="594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554480" y="12618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554480" y="1261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194560" y="12344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Convertir a Texto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194560" y="15087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Cada vehículo -&gt; descripción en lenguaje natural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4572000" y="182880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4"/>
          <p:cNvSpPr/>
          <p:nvPr/>
        </p:nvSpPr>
        <p:spPr>
          <a:xfrm>
            <a:off x="1371600" y="1874520"/>
            <a:ext cx="6400800" cy="594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554480" y="19476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554480" y="19476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194560" y="1920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Crear Embeddings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194560" y="21945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OpenAI embeddings -&gt; vectores de 1.536 dimensiones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4"/>
          <p:cNvCxnSpPr/>
          <p:nvPr/>
        </p:nvCxnSpPr>
        <p:spPr>
          <a:xfrm>
            <a:off x="4572000" y="251460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4"/>
          <p:cNvSpPr/>
          <p:nvPr/>
        </p:nvSpPr>
        <p:spPr>
          <a:xfrm>
            <a:off x="1371600" y="2560320"/>
            <a:ext cx="6400800" cy="594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554480" y="26334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554480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194560" y="26060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Construir Vector 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194560" y="28803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FAISS indexa los 38.531 vehículos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4572000" y="320040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4"/>
          <p:cNvSpPr/>
          <p:nvPr/>
        </p:nvSpPr>
        <p:spPr>
          <a:xfrm>
            <a:off x="1371600" y="3246120"/>
            <a:ext cx="6400800" cy="594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554480" y="33192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554480" y="3319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194560" y="3291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Consulta del Usuario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194560" y="35661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"SUVs económicos" -&gt; se embebe y se busca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4572000" y="3886200"/>
            <a:ext cx="0" cy="182880"/>
          </a:xfrm>
          <a:prstGeom prst="straightConnector1">
            <a:avLst/>
          </a:prstGeom>
          <a:noFill/>
          <a:ln cap="flat" cmpd="sng" w="38100">
            <a:solidFill>
              <a:srgbClr val="0280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1" name="Google Shape;121;p4"/>
          <p:cNvSpPr/>
          <p:nvPr/>
        </p:nvSpPr>
        <p:spPr>
          <a:xfrm>
            <a:off x="1371600" y="3931920"/>
            <a:ext cx="6400800" cy="5943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554480" y="400507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55448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194560" y="39776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Recuperar + Generar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194560" y="425196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Top 5 resultados -&gt; gpt-4o-mini sintetiza la respuesta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371600" y="4617725"/>
            <a:ext cx="632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Rápido y económico: un solo embedding + una sola llamada LLM por consulta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4b10ccf1_0_0"/>
          <p:cNvSpPr/>
          <p:nvPr/>
        </p:nvSpPr>
        <p:spPr>
          <a:xfrm>
            <a:off x="457200" y="365760"/>
            <a:ext cx="915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954b10ccf1_0_0"/>
          <p:cNvSpPr/>
          <p:nvPr/>
        </p:nvSpPr>
        <p:spPr>
          <a:xfrm>
            <a:off x="731520" y="365760"/>
            <a:ext cx="795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Cómo 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armamos la llamada al LLM?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g3954b10cc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5" y="1064060"/>
            <a:ext cx="8839200" cy="3761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Ventajas Clave de RAG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94360" y="12573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94360" y="12573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97280" y="12618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Súper Rápido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97280" y="148132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Búsquedas en </a:t>
            </a: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segundos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57200" y="1755648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94360" y="182422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94360" y="18242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97280" y="18288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Económico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97280" y="204825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 embedding + 1 llamada LLM por consulta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322576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94360" y="239115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94360" y="23911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097280" y="23957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Búsqueda Semántica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097280" y="2615184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encuentra resultados relevantes sin palabras exactas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2889504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4360" y="2958084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94360" y="29580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097280" y="29626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Persistente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097280" y="318211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Vector store guardado en disco - recarga instantánea, sin re-embedding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3456432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94360" y="3525012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94360" y="35250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97280" y="352958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97280" y="3749040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Menos trabajo frente a un fine tunning por ejemplo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4360" y="40919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94360" y="40919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97280" y="40965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Conversacional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97280" y="431596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Mantiene historial de conversación para seguimientos con 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457200" y="365760"/>
            <a:ext cx="9144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31520" y="36576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Detalles de Implementación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56410" y="1396506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900"/>
              <a:buFont typeface="Calibri"/>
              <a:buNone/>
            </a:pPr>
            <a:r>
              <a:rPr b="1" i="0" lang="en-US" sz="2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1" y="180798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LangChain: Framework de orquestación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1" y="206401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OpenAI Embeddings: text-embedding-3-small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1" y="232005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FAISS: Vector store optimizado para CPU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1" y="257608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gpt-4o-mini: Generación de respuesta</a:t>
            </a: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1" y="283211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Pandas: Procesamiento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1" y="308814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Python + Google Colab: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118075" y="1750904"/>
            <a:ext cx="4567200" cy="20631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242950" y="2256441"/>
            <a:ext cx="42879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7F7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0F7F7"/>
                </a:solidFill>
                <a:latin typeface="Calibri"/>
                <a:ea typeface="Calibri"/>
                <a:cs typeface="Calibri"/>
                <a:sym typeface="Calibri"/>
              </a:rPr>
              <a:t>Implementamos un sistema completo con backend en Python (FastAPI) y frontend en React</a:t>
            </a:r>
            <a:endParaRPr b="1" i="0" sz="1300" u="none" cap="none" strike="noStrike">
              <a:solidFill>
                <a:srgbClr val="F0F7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rgbClr val="F0F7F7"/>
              </a:buClr>
              <a:buSzPts val="1300"/>
              <a:buFont typeface="Calibri"/>
              <a:buChar char="●"/>
            </a:pPr>
            <a:r>
              <a:rPr b="1" lang="en-US" sz="1300">
                <a:solidFill>
                  <a:srgbClr val="F0F7F7"/>
                </a:solidFill>
                <a:latin typeface="Calibri"/>
                <a:ea typeface="Calibri"/>
                <a:cs typeface="Calibri"/>
                <a:sym typeface="Calibri"/>
              </a:rPr>
              <a:t>Chatbot conversacional que permite a las automotoras ofrecer búsqueda inteligente a sus clientes</a:t>
            </a:r>
            <a:endParaRPr b="1" sz="1300">
              <a:solidFill>
                <a:srgbClr val="F0F7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103307" y="1876869"/>
            <a:ext cx="456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para Automotoras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103307" y="1396507"/>
            <a:ext cx="456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Aplicación Real: </a:t>
            </a:r>
            <a:endParaRPr b="0" i="0" sz="2100" u="none" cap="none" strike="noStrike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24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vided to YouTube by Universal Music Group&#10;&#10;Born To Be Wild · Steppenwolf&#10;&#10;Steppenwolf&#10;&#10;℗ 1968 UMG Recordings, Inc.&#10;&#10;Released on: 1968-01-01&#10;&#10;Producer: Gabriel Mekler&#10;Engineer: Richard Podolor&#10;Engineer: Bill Cooper&#10;Vocalist: John Kay&#10;Background Vocalist: Michael Monarch&#10;Background Vocalist: Rushton Moreve&#10;Background Vocalist: Jerry Edmonton&#10;Composer Lyricist: Mars Bonfire&#10;&#10;Auto-generated by YouTube." id="194" name="Google Shape;194;g3954b10ccf1_1_0" title="Born To Be Wild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5139" y="2222052"/>
            <a:ext cx="2163375" cy="121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954b10ccf1_1_0"/>
          <p:cNvSpPr/>
          <p:nvPr/>
        </p:nvSpPr>
        <p:spPr>
          <a:xfrm>
            <a:off x="574775" y="6203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954b10ccf1_1_0" title="demo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59" y="702223"/>
            <a:ext cx="7507872" cy="420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24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097280" y="146304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9728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2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1424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691640" y="150876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es ideal para tareas de recuperación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97280" y="1993392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97280" y="19933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2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142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691640" y="2039112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embeddings pre-entrenados capturan relaciones semánticas sin necesidad de fine-tuning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097280" y="2523744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97280" y="252374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2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142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691640" y="2569464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 permite búsqueda lista para producción con infraestructura mínima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097280" y="3054096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97280" y="30540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2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142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691640" y="3099816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memoria conversacional agrega valor para refinar búsquedas iterativas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424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2026-02-16T22:44:42Z</dcterms:created>
  <dc:creator>Deep Learning Final Project</dc:creator>
</cp:coreProperties>
</file>